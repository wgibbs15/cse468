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1" r:id="rId6"/>
    <p:sldId id="262" r:id="rId7"/>
    <p:sldId id="263" r:id="rId8"/>
    <p:sldId id="260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7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9/24/2018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9/24/2018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1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FEBFB-D124-4819-B81A-B1115A6BCF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Automated binary exploitation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9F373C-88CB-4BE9-BFC5-F43C86B6CC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wil </a:t>
            </a:r>
            <a:r>
              <a:rPr lang="en-US" dirty="0" err="1"/>
              <a:t>gibbs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1635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FE5EA-5AFB-4FBF-A7FF-3E80E41E2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binary exploitation?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EA1C678-745D-4800-8DE3-680629C8B7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7210"/>
          <a:stretch/>
        </p:blipFill>
        <p:spPr>
          <a:xfrm>
            <a:off x="6439666" y="2515915"/>
            <a:ext cx="5227856" cy="365497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6F919D-8467-4829-9F37-1DDA3F19AD2F}"/>
              </a:ext>
            </a:extLst>
          </p:cNvPr>
          <p:cNvSpPr txBox="1"/>
          <p:nvPr/>
        </p:nvSpPr>
        <p:spPr>
          <a:xfrm>
            <a:off x="1141413" y="3163614"/>
            <a:ext cx="467710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Where does this occur?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Whose fault is it?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How can I prevent it?</a:t>
            </a:r>
          </a:p>
        </p:txBody>
      </p:sp>
    </p:spTree>
    <p:extLst>
      <p:ext uri="{BB962C8B-B14F-4D97-AF65-F5344CB8AC3E}">
        <p14:creationId xmlns:p14="http://schemas.microsoft.com/office/powerpoint/2010/main" val="3665959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6F838-001E-4498-B92F-A8CA9CD2D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you care?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04D241-4E5D-47E4-A303-4E99120300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97093" y="2360023"/>
            <a:ext cx="5550318" cy="31242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32A504-ECB2-4E21-8E53-4E58EEABC468}"/>
              </a:ext>
            </a:extLst>
          </p:cNvPr>
          <p:cNvSpPr txBox="1"/>
          <p:nvPr/>
        </p:nvSpPr>
        <p:spPr>
          <a:xfrm>
            <a:off x="1141413" y="2360023"/>
            <a:ext cx="370055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How does this affect you?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Engineer vs Consumer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Has this happened before?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What are the potential applications?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14700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BB365-A836-4FEB-9E58-2B716A545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Where/How does this occur?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A0E499-DE4D-41E1-B960-77BFBF2A6C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7622" y="2330589"/>
            <a:ext cx="2820987" cy="4031393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1098D5-10D4-4FB5-9591-14A5315D38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8660" y="2330589"/>
            <a:ext cx="3404019" cy="4025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371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3DCD5-9077-4EAD-869A-76715B231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fuzzing?</a:t>
            </a:r>
          </a:p>
        </p:txBody>
      </p:sp>
      <p:pic>
        <p:nvPicPr>
          <p:cNvPr id="2050" name="Picture 2" descr="http://lcamtuf.coredump.cx/afl/afl_screen.png">
            <a:extLst>
              <a:ext uri="{FF2B5EF4-FFF2-40B4-BE49-F238E27FC236}">
                <a16:creationId xmlns:a16="http://schemas.microsoft.com/office/drawing/2014/main" id="{2DBC3096-A1C5-40DD-B677-8B8ED33ECE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0034" y="2819400"/>
            <a:ext cx="6858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C18216-70CF-4CF3-85FA-863020535889}"/>
              </a:ext>
            </a:extLst>
          </p:cNvPr>
          <p:cNvSpPr txBox="1"/>
          <p:nvPr/>
        </p:nvSpPr>
        <p:spPr>
          <a:xfrm>
            <a:off x="6966773" y="2329934"/>
            <a:ext cx="4162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American Fuzzy Lop (AFL)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6934A9-4417-4DAF-BE3D-49E5C858693C}"/>
              </a:ext>
            </a:extLst>
          </p:cNvPr>
          <p:cNvSpPr txBox="1"/>
          <p:nvPr/>
        </p:nvSpPr>
        <p:spPr>
          <a:xfrm>
            <a:off x="1061545" y="3564404"/>
            <a:ext cx="34894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Code Blocks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Code Coverage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Segfaults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35306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D4E3F-8908-4AF9-8F6F-1CCF967CA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191" y="609600"/>
            <a:ext cx="6573685" cy="1905000"/>
          </a:xfrm>
        </p:spPr>
        <p:txBody>
          <a:bodyPr>
            <a:normAutofit/>
          </a:bodyPr>
          <a:lstStyle/>
          <a:p>
            <a:r>
              <a:rPr lang="en-US" dirty="0"/>
              <a:t>ANGR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CAB2E-F6E6-40A8-822E-57059C9C8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192" y="2666999"/>
            <a:ext cx="6573684" cy="3216276"/>
          </a:xfrm>
        </p:spPr>
        <p:txBody>
          <a:bodyPr anchor="t">
            <a:normAutofit/>
          </a:bodyPr>
          <a:lstStyle/>
          <a:p>
            <a:r>
              <a:rPr lang="en-US" sz="2400" dirty="0"/>
              <a:t>AFL</a:t>
            </a:r>
          </a:p>
          <a:p>
            <a:r>
              <a:rPr lang="en-US" sz="2400" dirty="0"/>
              <a:t>Constraint Solvers</a:t>
            </a:r>
          </a:p>
          <a:p>
            <a:r>
              <a:rPr lang="en-US" sz="2400" dirty="0"/>
              <a:t>Semi-Automated</a:t>
            </a:r>
          </a:p>
          <a:p>
            <a:r>
              <a:rPr lang="en-US" sz="2400" dirty="0"/>
              <a:t>Flaws</a:t>
            </a:r>
          </a:p>
        </p:txBody>
      </p:sp>
      <p:pic>
        <p:nvPicPr>
          <p:cNvPr id="3074" name="Picture 2" descr="@angr">
            <a:extLst>
              <a:ext uri="{FF2B5EF4-FFF2-40B4-BE49-F238E27FC236}">
                <a16:creationId xmlns:a16="http://schemas.microsoft.com/office/drawing/2014/main" id="{2171A599-E674-427E-93F1-56A764CC8F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806102"/>
            <a:ext cx="3976788" cy="397678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2376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F0849-DBDB-40DE-A1C8-615D03F95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Cyber Grand 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D6FBC-01A4-46AC-905C-62302F044E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Competition</a:t>
            </a:r>
          </a:p>
          <a:p>
            <a:r>
              <a:rPr lang="en-US" dirty="0"/>
              <a:t>Mechanical Phish</a:t>
            </a:r>
          </a:p>
          <a:p>
            <a:r>
              <a:rPr lang="en-US" dirty="0"/>
              <a:t>Automation</a:t>
            </a:r>
          </a:p>
          <a:p>
            <a:r>
              <a:rPr lang="en-US" dirty="0"/>
              <a:t>limitations</a:t>
            </a:r>
          </a:p>
        </p:txBody>
      </p:sp>
      <p:pic>
        <p:nvPicPr>
          <p:cNvPr id="4098" name="Picture 2" descr="Cyber Grand Challenge">
            <a:extLst>
              <a:ext uri="{FF2B5EF4-FFF2-40B4-BE49-F238E27FC236}">
                <a16:creationId xmlns:a16="http://schemas.microsoft.com/office/drawing/2014/main" id="{38421DCD-5563-46B6-8634-106A2C83B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6923" y="2724149"/>
            <a:ext cx="5895975" cy="3009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1461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76CAF-5092-46C2-91E8-89CC09A1D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23374"/>
            <a:ext cx="9905998" cy="1905000"/>
          </a:xfrm>
        </p:spPr>
        <p:txBody>
          <a:bodyPr/>
          <a:lstStyle/>
          <a:p>
            <a:r>
              <a:rPr lang="en-US" dirty="0"/>
              <a:t>Is there a way to prevent Attacks?</a:t>
            </a:r>
          </a:p>
        </p:txBody>
      </p:sp>
      <p:pic>
        <p:nvPicPr>
          <p:cNvPr id="1026" name="Picture 2" descr="Image result for stack canary">
            <a:extLst>
              <a:ext uri="{FF2B5EF4-FFF2-40B4-BE49-F238E27FC236}">
                <a16:creationId xmlns:a16="http://schemas.microsoft.com/office/drawing/2014/main" id="{4687FA4E-B212-416B-B5C8-0376D058C5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931" y="2320160"/>
            <a:ext cx="3483404" cy="2309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mage result for aslr">
            <a:extLst>
              <a:ext uri="{FF2B5EF4-FFF2-40B4-BE49-F238E27FC236}">
                <a16:creationId xmlns:a16="http://schemas.microsoft.com/office/drawing/2014/main" id="{7D954B9C-A075-4A77-880C-2B55FF67BA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1348" y="2451540"/>
            <a:ext cx="3920004" cy="353049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/>
        </p:spPr>
      </p:pic>
      <p:pic>
        <p:nvPicPr>
          <p:cNvPr id="1032" name="Picture 8" descr="Image result for position independent executable">
            <a:extLst>
              <a:ext uri="{FF2B5EF4-FFF2-40B4-BE49-F238E27FC236}">
                <a16:creationId xmlns:a16="http://schemas.microsoft.com/office/drawing/2014/main" id="{063A935E-EC78-44A6-A12C-E69C0AFDFA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7644" y="2320160"/>
            <a:ext cx="3472204" cy="3530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57B1870-126D-4ED5-8610-2E80EF51D295}"/>
              </a:ext>
            </a:extLst>
          </p:cNvPr>
          <p:cNvSpPr txBox="1"/>
          <p:nvPr/>
        </p:nvSpPr>
        <p:spPr>
          <a:xfrm>
            <a:off x="1293039" y="1950828"/>
            <a:ext cx="2333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Canary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ADFEEA-8093-42DA-9E68-07BEA7AF152C}"/>
              </a:ext>
            </a:extLst>
          </p:cNvPr>
          <p:cNvSpPr txBox="1"/>
          <p:nvPr/>
        </p:nvSpPr>
        <p:spPr>
          <a:xfrm>
            <a:off x="4223445" y="1673829"/>
            <a:ext cx="36470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ASLR: Address Space Layout Randomization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4C6E30-8905-42B8-8740-828870D8D6C8}"/>
              </a:ext>
            </a:extLst>
          </p:cNvPr>
          <p:cNvSpPr txBox="1"/>
          <p:nvPr/>
        </p:nvSpPr>
        <p:spPr>
          <a:xfrm>
            <a:off x="8602358" y="1666709"/>
            <a:ext cx="32238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PIE: Position Independent Executable</a:t>
            </a:r>
          </a:p>
        </p:txBody>
      </p:sp>
    </p:spTree>
    <p:extLst>
      <p:ext uri="{BB962C8B-B14F-4D97-AF65-F5344CB8AC3E}">
        <p14:creationId xmlns:p14="http://schemas.microsoft.com/office/powerpoint/2010/main" val="1636307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4C21A-0210-4420-B1E4-BF5759153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dirty="0"/>
              <a:t>What do I do now?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022CB-1B70-4B2C-81D4-1ACC5E21E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Exploitation Today</a:t>
            </a:r>
          </a:p>
          <a:p>
            <a:r>
              <a:rPr lang="en-US" sz="2400" dirty="0"/>
              <a:t>Current Research</a:t>
            </a:r>
          </a:p>
          <a:p>
            <a:r>
              <a:rPr lang="en-US" sz="2400" dirty="0"/>
              <a:t>Affected Areas</a:t>
            </a:r>
          </a:p>
          <a:p>
            <a:endParaRPr lang="en-US" dirty="0"/>
          </a:p>
        </p:txBody>
      </p:sp>
      <p:pic>
        <p:nvPicPr>
          <p:cNvPr id="5122" name="Picture 2" descr="Image result for bye">
            <a:extLst>
              <a:ext uri="{FF2B5EF4-FFF2-40B4-BE49-F238E27FC236}">
                <a16:creationId xmlns:a16="http://schemas.microsoft.com/office/drawing/2014/main" id="{4048375D-932E-4580-9CC6-61845063A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011" y="2318657"/>
            <a:ext cx="3929743" cy="3929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3941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54574-9BB5-4BCD-9876-BD202B813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062EA-6EE3-4D7D-9AEE-D083B8E15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 </a:t>
            </a:r>
            <a:r>
              <a:rPr lang="en-US" dirty="0" err="1"/>
              <a:t>Shoshitaishvili</a:t>
            </a:r>
            <a:r>
              <a:rPr lang="en-US" dirty="0"/>
              <a:t> </a:t>
            </a:r>
            <a:r>
              <a:rPr lang="en-US"/>
              <a:t>Yan, “Mechanical</a:t>
            </a:r>
            <a:r>
              <a:rPr lang="en-US" dirty="0"/>
              <a:t> Phish: Resilient Autonomous </a:t>
            </a:r>
            <a:r>
              <a:rPr lang="en-US"/>
              <a:t>Hacking” 2018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9727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135</Words>
  <Application>Microsoft Office PowerPoint</Application>
  <PresentationFormat>Widescreen</PresentationFormat>
  <Paragraphs>43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Century Gothic</vt:lpstr>
      <vt:lpstr>Mesh</vt:lpstr>
      <vt:lpstr>Automated binary exploitation</vt:lpstr>
      <vt:lpstr>What is binary exploitation?</vt:lpstr>
      <vt:lpstr>Why do you care?</vt:lpstr>
      <vt:lpstr>Where/How does this occur?</vt:lpstr>
      <vt:lpstr>What is fuzzing?</vt:lpstr>
      <vt:lpstr>ANGR</vt:lpstr>
      <vt:lpstr>Cyber Grand Challenge</vt:lpstr>
      <vt:lpstr>Is there a way to prevent Attacks?</vt:lpstr>
      <vt:lpstr>What do I do now?</vt:lpstr>
      <vt:lpstr>Citations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binary exploitation</dc:title>
  <dc:creator>Wil Gibbs</dc:creator>
  <cp:lastModifiedBy>Wil Gibbs</cp:lastModifiedBy>
  <cp:revision>6</cp:revision>
  <dcterms:created xsi:type="dcterms:W3CDTF">2018-09-24T20:03:27Z</dcterms:created>
  <dcterms:modified xsi:type="dcterms:W3CDTF">2018-09-24T21:20:13Z</dcterms:modified>
</cp:coreProperties>
</file>